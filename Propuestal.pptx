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24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f_0_0.png"/>
          <p:cNvPicPr>
            <a:picLocks noChangeAspect="1"/>
          </p:cNvPicPr>
          <p:nvPr/>
        </p:nvPicPr>
        <p:blipFill>
          <a:blip r:embed="rId2"/>
          <a:srcRect l="4871" r="4871"/>
          <a:stretch>
            <a:fillRect/>
          </a:stretch>
        </p:blipFill>
        <p:spPr>
          <a:xfrm>
            <a:off x="5695406" y="0"/>
            <a:ext cx="649354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D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73152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EFEAE2"/>
                </a:solidFill>
                <a:latin typeface="Aptos Display"/>
              </a:defRPr>
            </a:pPr>
            <a:r>
              <a:t>ARCHIVOS DE</a:t>
            </a:r>
          </a:p>
          <a:p>
            <a:pPr>
              <a:spcAft>
                <a:spcPts val="800"/>
              </a:spcAft>
              <a:defRPr sz="4200" b="1">
                <a:solidFill>
                  <a:srgbClr val="EFEAE2"/>
                </a:solidFill>
                <a:latin typeface="Aptos Display"/>
              </a:defRPr>
            </a:pPr>
            <a:r>
              <a:t>UMBRELLA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794" y="3291840"/>
            <a:ext cx="51193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B3B3B5"/>
                </a:solidFill>
                <a:latin typeface="Aptos"/>
              </a:defRPr>
            </a:pPr>
            <a:r>
              <a:rPr dirty="0" err="1"/>
              <a:t>Enciclopedia</a:t>
            </a:r>
            <a:r>
              <a:rPr dirty="0"/>
              <a:t> digital y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escritorio</a:t>
            </a:r>
            <a:r>
              <a:rPr lang="es-ES" dirty="0"/>
              <a:t>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universo</a:t>
            </a:r>
            <a:r>
              <a:rPr dirty="0"/>
              <a:t> Resident Evil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FEAE2"/>
                </a:solidFill>
                <a:latin typeface="Aptos"/>
              </a:defRPr>
            </a:pPr>
            <a:r>
              <a:t>Propuesta de Proyecto Final · 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650992"/>
            <a:ext cx="18235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3B3B5"/>
                </a:solidFill>
                <a:latin typeface="Aptos"/>
              </a:defRPr>
            </a:pPr>
            <a:r>
              <a:rPr dirty="0"/>
              <a:t>Curs</a:t>
            </a:r>
            <a:r>
              <a:rPr lang="es-ES" dirty="0"/>
              <a:t>o</a:t>
            </a:r>
            <a:r>
              <a:rPr dirty="0"/>
              <a:t>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416052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Naturaleza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Es un proyecto personal que nace de mi interés por Resident Evil. Me encargaré de organizar el contenido, diseñar las pantallas y desarrollar las aplicaciones.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94960" cy="416052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Área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84832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Desarrollo de Aplicaciones Multiplataforma (DAM). Combinaré una web con Angular, almacenamiento y acceso de usuarios con Firebase y una aplicación de escritorio en JavaFX.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Qué voy a hacer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27080" cy="438912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1737360"/>
            <a:ext cx="10391503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EFEAE2"/>
                </a:solidFill>
                <a:latin typeface="Aptos"/>
              </a:defRPr>
            </a:pPr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enciclopedia</a:t>
            </a:r>
            <a:r>
              <a:rPr dirty="0"/>
              <a:t> digital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español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Resident Evil, con </a:t>
            </a:r>
            <a:r>
              <a:rPr dirty="0" err="1"/>
              <a:t>fichas</a:t>
            </a:r>
            <a:r>
              <a:rPr dirty="0"/>
              <a:t> de </a:t>
            </a:r>
            <a:r>
              <a:rPr dirty="0" err="1"/>
              <a:t>juegos</a:t>
            </a:r>
            <a:r>
              <a:rPr dirty="0"/>
              <a:t>, </a:t>
            </a:r>
            <a:r>
              <a:rPr dirty="0" err="1"/>
              <a:t>personajes</a:t>
            </a:r>
            <a:r>
              <a:rPr dirty="0"/>
              <a:t>, </a:t>
            </a:r>
            <a:r>
              <a:rPr dirty="0" err="1"/>
              <a:t>criaturas</a:t>
            </a:r>
            <a:r>
              <a:rPr dirty="0"/>
              <a:t>, virus, </a:t>
            </a:r>
            <a:r>
              <a:rPr dirty="0" err="1"/>
              <a:t>organizaciones</a:t>
            </a:r>
            <a:r>
              <a:rPr dirty="0"/>
              <a:t> y </a:t>
            </a:r>
            <a:r>
              <a:rPr dirty="0" err="1"/>
              <a:t>lugares</a:t>
            </a:r>
            <a:r>
              <a:rPr dirty="0"/>
              <a:t>. También </a:t>
            </a:r>
            <a:r>
              <a:rPr dirty="0" err="1"/>
              <a:t>tendrá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cronología</a:t>
            </a:r>
            <a:r>
              <a:rPr dirty="0"/>
              <a:t>, un </a:t>
            </a:r>
            <a:r>
              <a:rPr dirty="0" err="1"/>
              <a:t>mapa</a:t>
            </a:r>
            <a:r>
              <a:rPr dirty="0"/>
              <a:t> y un </a:t>
            </a:r>
            <a:r>
              <a:rPr dirty="0" err="1"/>
              <a:t>buscador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100" b="0">
                <a:solidFill>
                  <a:srgbClr val="EFEAE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100" b="0">
                <a:solidFill>
                  <a:srgbClr val="EFEAE2"/>
                </a:solidFill>
                <a:latin typeface="Aptos"/>
              </a:defRPr>
            </a:pPr>
            <a:r>
              <a:rPr dirty="0" err="1"/>
              <a:t>Estará</a:t>
            </a:r>
            <a:r>
              <a:rPr dirty="0"/>
              <a:t> </a:t>
            </a:r>
            <a:r>
              <a:rPr dirty="0" err="1"/>
              <a:t>dirigida</a:t>
            </a:r>
            <a:r>
              <a:rPr dirty="0"/>
              <a:t> tanto a </a:t>
            </a:r>
            <a:r>
              <a:rPr dirty="0" err="1"/>
              <a:t>quienes</a:t>
            </a:r>
            <a:r>
              <a:rPr dirty="0"/>
              <a:t> </a:t>
            </a:r>
            <a:r>
              <a:rPr dirty="0" err="1"/>
              <a:t>empiezan</a:t>
            </a:r>
            <a:r>
              <a:rPr dirty="0"/>
              <a:t> a </a:t>
            </a:r>
            <a:r>
              <a:rPr dirty="0" err="1"/>
              <a:t>conocer</a:t>
            </a:r>
            <a:r>
              <a:rPr dirty="0"/>
              <a:t> la saga </a:t>
            </a:r>
            <a:r>
              <a:rPr dirty="0" err="1"/>
              <a:t>como</a:t>
            </a:r>
            <a:r>
              <a:rPr dirty="0"/>
              <a:t> a sus </a:t>
            </a:r>
            <a:r>
              <a:rPr dirty="0" err="1"/>
              <a:t>seguidores</a:t>
            </a:r>
            <a:r>
              <a:rPr dirty="0"/>
              <a:t> </a:t>
            </a:r>
            <a:r>
              <a:rPr dirty="0" err="1"/>
              <a:t>habituales</a:t>
            </a:r>
            <a:r>
              <a:rPr dirty="0"/>
              <a:t>. </a:t>
            </a:r>
            <a:r>
              <a:rPr dirty="0" err="1"/>
              <a:t>Partiré</a:t>
            </a:r>
            <a:r>
              <a:rPr dirty="0"/>
              <a:t> del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he </a:t>
            </a:r>
            <a:r>
              <a:rPr dirty="0" err="1"/>
              <a:t>preparado</a:t>
            </a:r>
            <a:r>
              <a:rPr dirty="0"/>
              <a:t> y lo </a:t>
            </a:r>
            <a:r>
              <a:rPr dirty="0" err="1"/>
              <a:t>convertiré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web </a:t>
            </a:r>
            <a:r>
              <a:rPr dirty="0" err="1"/>
              <a:t>funcional</a:t>
            </a:r>
            <a:r>
              <a:rPr dirty="0"/>
              <a:t> con Angular. </a:t>
            </a:r>
            <a:r>
              <a:rPr dirty="0" err="1"/>
              <a:t>Utilizaré</a:t>
            </a:r>
            <a:r>
              <a:rPr dirty="0"/>
              <a:t> Firebase para el </a:t>
            </a:r>
            <a:r>
              <a:rPr dirty="0" err="1"/>
              <a:t>acceso</a:t>
            </a:r>
            <a:r>
              <a:rPr dirty="0"/>
              <a:t> de </a:t>
            </a:r>
            <a:r>
              <a:rPr dirty="0" err="1"/>
              <a:t>usuarios</a:t>
            </a:r>
            <a:r>
              <a:rPr dirty="0"/>
              <a:t> y </a:t>
            </a:r>
            <a:r>
              <a:rPr dirty="0" err="1"/>
              <a:t>desarrollaré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escritorio</a:t>
            </a:r>
            <a:r>
              <a:rPr dirty="0"/>
              <a:t> con JavaFX.</a:t>
            </a:r>
          </a:p>
          <a:p>
            <a:pPr>
              <a:spcAft>
                <a:spcPts val="800"/>
              </a:spcAft>
              <a:defRPr sz="2100" b="0">
                <a:solidFill>
                  <a:srgbClr val="EFEAE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100" b="0">
                <a:solidFill>
                  <a:srgbClr val="EFEAE2"/>
                </a:solidFill>
                <a:latin typeface="Aptos"/>
              </a:defRPr>
            </a:pPr>
            <a:r>
              <a:rPr dirty="0"/>
              <a:t>Mi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reunir</a:t>
            </a:r>
            <a:r>
              <a:rPr dirty="0"/>
              <a:t> la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, </a:t>
            </a:r>
            <a:r>
              <a:rPr dirty="0" err="1"/>
              <a:t>atractiva</a:t>
            </a:r>
            <a:r>
              <a:rPr dirty="0"/>
              <a:t> y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consultar</a:t>
            </a:r>
            <a:r>
              <a:rPr dirty="0"/>
              <a:t>, y </a:t>
            </a:r>
            <a:r>
              <a:rPr dirty="0" err="1"/>
              <a:t>presentar</a:t>
            </a:r>
            <a:r>
              <a:rPr dirty="0"/>
              <a:t> un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pueda</a:t>
            </a:r>
            <a:r>
              <a:rPr dirty="0"/>
              <a:t>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ampliando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Mi punto de 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ref_3_0.png"/>
          <p:cNvPicPr>
            <a:picLocks noChangeAspect="1"/>
          </p:cNvPicPr>
          <p:nvPr/>
        </p:nvPicPr>
        <p:blipFill>
          <a:blip r:embed="rId2"/>
          <a:srcRect l="37" r="37"/>
          <a:stretch>
            <a:fillRect/>
          </a:stretch>
        </p:blipFill>
        <p:spPr>
          <a:xfrm>
            <a:off x="640080" y="1417320"/>
            <a:ext cx="6903720" cy="3886200"/>
          </a:xfrm>
          <a:prstGeom prst="rect">
            <a:avLst/>
          </a:prstGeom>
        </p:spPr>
      </p:pic>
      <p:pic>
        <p:nvPicPr>
          <p:cNvPr id="8" name="Picture 7" descr="ref_3_1.png"/>
          <p:cNvPicPr>
            <a:picLocks noChangeAspect="1"/>
          </p:cNvPicPr>
          <p:nvPr/>
        </p:nvPicPr>
        <p:blipFill>
          <a:blip r:embed="rId3"/>
          <a:srcRect t="3307" b="3307"/>
          <a:stretch>
            <a:fillRect/>
          </a:stretch>
        </p:blipFill>
        <p:spPr>
          <a:xfrm>
            <a:off x="7726679" y="1417320"/>
            <a:ext cx="3794760" cy="1993392"/>
          </a:xfrm>
          <a:prstGeom prst="rect">
            <a:avLst/>
          </a:prstGeom>
        </p:spPr>
      </p:pic>
      <p:pic>
        <p:nvPicPr>
          <p:cNvPr id="9" name="Picture 8" descr="ref_3_2.png"/>
          <p:cNvPicPr>
            <a:picLocks noChangeAspect="1"/>
          </p:cNvPicPr>
          <p:nvPr/>
        </p:nvPicPr>
        <p:blipFill>
          <a:blip r:embed="rId4"/>
          <a:srcRect t="3307" b="3307"/>
          <a:stretch>
            <a:fillRect/>
          </a:stretch>
        </p:blipFill>
        <p:spPr>
          <a:xfrm>
            <a:off x="7726679" y="3547872"/>
            <a:ext cx="3794760" cy="1993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3B3B5"/>
                </a:solidFill>
                <a:latin typeface="Aptos"/>
              </a:defRPr>
            </a:pPr>
            <a:r>
              <a:t>Ficha de personaje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3B3B5"/>
                </a:solidFill>
                <a:latin typeface="Aptos"/>
              </a:defRPr>
            </a:pPr>
            <a:r>
              <a:t>Bestiario y acceso a contenido reservado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Antecedentes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3B3B5"/>
                </a:solidFill>
                <a:latin typeface="Aptos"/>
              </a:defRPr>
            </a:pPr>
            <a:r>
              <a:t>ARCHIVOS DE UMBRELLA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429768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Resident Evil Wiki (Fandom)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Es una referencia por la cantidad de información que reúne. Me ayuda a ver cómo organizar fichas y relaciones entre personajes, pero quiero una presentación más limpia y sin publicidad.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94960" cy="429768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Resident Evil Portal (Capcom)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8483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Es la página oficial de la saga. Me interesa su identidad visual y cómo presenta el universo de los juegos. Mi proyecto estará más centrado en consultar y relacionar información.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Referentes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429768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Los archivos de Resident Evil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Me inspiran los documentos, expedientes y mapas que aparecen en los juegos. Quiero trasladar esa sensación de investigar un archivo secreto a la navegación y las fichas.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94960" cy="429768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Wikipedia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8483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Me interesa su forma de relacionar artículos, resumir los datos importantes y facilitar la búsqueda. Aplicaré estas ideas a las fichas, al buscador y a los enlaces entre contenidos.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Cómo lo desarrollaré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53312"/>
            <a:ext cx="10835640" cy="80467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9961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Partiré de las pantallas existentes y prepararé los cambios visuales en Figma.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10835640" cy="80467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323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Utilizaré Visual Studio Code, Angular, HTML, SCSS y TypeScript.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18688"/>
            <a:ext cx="10835640" cy="80467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Usuarios y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364992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rPr dirty="0" err="1"/>
              <a:t>Configuraré</a:t>
            </a:r>
            <a:r>
              <a:rPr dirty="0"/>
              <a:t> Firebase Authentication y </a:t>
            </a:r>
            <a:r>
              <a:rPr dirty="0" err="1"/>
              <a:t>Firestore</a:t>
            </a:r>
            <a:r>
              <a:rPr dirty="0"/>
              <a:t>, con </a:t>
            </a:r>
            <a:r>
              <a:rPr dirty="0" err="1"/>
              <a:t>permisos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151376"/>
            <a:ext cx="10835640" cy="80467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242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rPr dirty="0" err="1"/>
              <a:t>Escritorio</a:t>
            </a:r>
            <a:r>
              <a:rPr lang="es-ES" dirty="0"/>
              <a:t> (opcional por ahora)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429000" y="429768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rPr lang="es-ES" dirty="0"/>
              <a:t>Si en un futuro hiciera falta crear una app sencilla que gestionase la web, c</a:t>
            </a:r>
            <a:r>
              <a:rPr dirty="0" err="1"/>
              <a:t>rearé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JavaFX con Java, Maven y Scene Builder.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84064"/>
            <a:ext cx="10835640" cy="80467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FEAE2"/>
                </a:solidFill>
                <a:latin typeface="Aptos"/>
              </a:defRPr>
            </a:pPr>
            <a:r>
              <a:t>Pruebas y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30368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rPr dirty="0" err="1"/>
              <a:t>Usaré</a:t>
            </a:r>
            <a:r>
              <a:rPr dirty="0"/>
              <a:t> GitHub, </a:t>
            </a:r>
            <a:r>
              <a:rPr dirty="0" err="1"/>
              <a:t>navegadores</a:t>
            </a:r>
            <a:r>
              <a:rPr dirty="0"/>
              <a:t>,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Windows y </a:t>
            </a:r>
            <a:r>
              <a:rPr dirty="0" err="1"/>
              <a:t>documentación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Planificación semanal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983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Dic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4776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Abr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3304" y="13990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EAE2"/>
                </a:solidFill>
                <a:latin typeface="Aptos"/>
              </a:defRPr>
            </a:pPr>
            <a:r>
              <a:t>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Preparación y propuesta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74519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41264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79792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49056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20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87584" y="1874519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340863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Contenidos y diseño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340863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41264" y="2340863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10528" y="2340863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79792" y="234086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49056" y="234086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18320" y="234086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87584" y="234086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280720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Web Angular y navegación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80720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41264" y="2807208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10528" y="2807208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79792" y="2807208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49056" y="280720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18320" y="280720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387584" y="280720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3273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Fichas, búsqueda y mapa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273552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41264" y="3273552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10528" y="3273552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79792" y="3273552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449056" y="3273552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18320" y="3273552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387584" y="3273552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373989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Firebase y zona de usuarios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3739896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41264" y="3739896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10528" y="3739896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479792" y="3739896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449056" y="3739896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18320" y="3739896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87584" y="3739896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4206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Aplicación JavaFX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206240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541264" y="4206240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10528" y="4206240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79792" y="4206240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449056" y="4206240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418320" y="4206240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387584" y="4206240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" y="4672583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Pruebas y memoria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467258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541264" y="467258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510528" y="467258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479792" y="467258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449056" y="4672583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418320" y="4672583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387584" y="4672583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51389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FEAE2"/>
                </a:solidFill>
                <a:latin typeface="Aptos"/>
              </a:defRPr>
            </a:pPr>
            <a:r>
              <a:t>Defensa y entrega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541264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510528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479792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449056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18320" y="5138928"/>
            <a:ext cx="795528" cy="256032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387584" y="5138928"/>
            <a:ext cx="795528" cy="256032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Sesiones y presupuesto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3657600" cy="434340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EFEAE2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FEAE2"/>
                </a:solidFill>
                <a:latin typeface="Aptos"/>
              </a:defRPr>
            </a:pPr>
            <a:r>
              <a:t>sesiones previstas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56432"/>
            <a:ext cx="32004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B3B3B5"/>
                </a:solidFill>
                <a:latin typeface="Aptos"/>
              </a:defRPr>
            </a:pPr>
            <a:r>
              <a:rPr dirty="0"/>
              <a:t>4 </a:t>
            </a:r>
            <a:r>
              <a:rPr dirty="0" err="1"/>
              <a:t>sesiones</a:t>
            </a:r>
            <a:r>
              <a:rPr dirty="0"/>
              <a:t> de 3 horas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26 </a:t>
            </a:r>
            <a:r>
              <a:rPr dirty="0" err="1"/>
              <a:t>semanas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800"/>
              </a:spcAft>
              <a:defRPr sz="1800" b="0">
                <a:solidFill>
                  <a:srgbClr val="B3B3B5"/>
                </a:solidFill>
                <a:latin typeface="Aptos"/>
              </a:defRPr>
            </a:pPr>
            <a:r>
              <a:rPr dirty="0"/>
              <a:t> Total: 312 horas.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389888"/>
            <a:ext cx="6903720" cy="434340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673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EFEAE2"/>
                </a:solidFill>
                <a:latin typeface="Aptos"/>
              </a:defRPr>
            </a:pPr>
            <a:r>
              <a:t>Gastos de producción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86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Alojamiento y autenticación (planes gratuitos)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860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EAE2"/>
                </a:solidFill>
                <a:latin typeface="Aptos"/>
              </a:defRPr>
            </a:pPr>
            <a: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99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t>Software y herramientas gratuitas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99923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EAE2"/>
                </a:solidFill>
                <a:latin typeface="Aptos"/>
              </a:defRPr>
            </a:pPr>
            <a:r>
              <a:t>0,00 €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712464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3B3B5"/>
                </a:solidFill>
                <a:latin typeface="Aptos"/>
              </a:defRPr>
            </a:pPr>
            <a:r>
              <a:rPr lang="es-ES" dirty="0"/>
              <a:t>Posible publicación al mundo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901646" y="3712464"/>
            <a:ext cx="1208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EAE2"/>
                </a:solidFill>
                <a:latin typeface="Aptos"/>
              </a:defRPr>
            </a:pPr>
            <a:r>
              <a:rPr lang="es-ES" dirty="0"/>
              <a:t>Indefinido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937760" y="44256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EAE2"/>
                </a:solidFill>
                <a:latin typeface="Aptos"/>
              </a:defRPr>
            </a:pPr>
            <a:r>
              <a:t>TOTAL DE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425696"/>
            <a:ext cx="1051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EAE2"/>
                </a:solidFill>
                <a:latin typeface="Aptos"/>
              </a:defRPr>
            </a:pPr>
            <a:r>
              <a:rPr lang="es-ES" dirty="0"/>
              <a:t>Gratis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Amortización y viabilidad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B3B3B5"/>
                </a:solidFill>
                <a:latin typeface="Aptos"/>
              </a:defRPr>
            </a:pPr>
            <a:r>
              <a:t>Coste del equipo ÷ vida útil en días × 104 días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EAE2"/>
                </a:solidFill>
                <a:latin typeface="Aptos"/>
              </a:defRPr>
            </a:pPr>
            <a:r>
              <a:t>Concepto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EAE2"/>
                </a:solidFill>
                <a:latin typeface="Aptos"/>
              </a:defRPr>
            </a:pPr>
            <a:r>
              <a:t>Coste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EAE2"/>
                </a:solidFill>
                <a:latin typeface="Aptos"/>
              </a:defRPr>
            </a:pPr>
            <a:r>
              <a:t>Vida útil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993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EAE2"/>
                </a:solidFill>
                <a:latin typeface="Aptos"/>
              </a:defRPr>
            </a:pPr>
            <a:r>
              <a:t>Amortización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441448"/>
            <a:ext cx="10698480" cy="45720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487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Portátil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900 €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4871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1.460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87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64,11 €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809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80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150 €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809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1.825 días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809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8,55 €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429000"/>
            <a:ext cx="10698480" cy="45720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Microsoft 365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74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99 €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74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365 días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474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28,21 €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684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684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360 €/año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968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365 días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9684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102,58 €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416552"/>
            <a:ext cx="10698480" cy="457200"/>
          </a:xfrm>
          <a:prstGeom prst="rect">
            <a:avLst/>
          </a:prstGeom>
          <a:solidFill>
            <a:srgbClr val="1B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4622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Herramientas gratuitas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4622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462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4622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3B3B5"/>
                </a:solidFill>
                <a:latin typeface="Aptos"/>
              </a:defRPr>
            </a:pPr>
            <a:r>
              <a:t>0,00 €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193792"/>
            <a:ext cx="10698480" cy="82296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5376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EFEAE2"/>
                </a:solidFill>
                <a:latin typeface="Aptos"/>
              </a:defRPr>
            </a:pPr>
            <a:r>
              <a:t>TOTAL ESTIMADO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349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EFEAE2"/>
                </a:solidFill>
                <a:latin typeface="Aptos"/>
              </a:defRPr>
            </a:pPr>
            <a:r>
              <a:t>218,45 €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73152" cy="411480"/>
          </a:xfrm>
          <a:prstGeom prst="rect">
            <a:avLst/>
          </a:prstGeom>
          <a:solidFill>
            <a:srgbClr val="B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FEAE2"/>
                </a:solidFill>
                <a:latin typeface="Aptos Display"/>
              </a:defRPr>
            </a:pPr>
            <a:r>
              <a:t>Un proyecto viable y ampliable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4B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3B3B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05840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EFEAE2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aprovecha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tengo</a:t>
            </a:r>
            <a:r>
              <a:rPr dirty="0"/>
              <a:t>. La </a:t>
            </a:r>
            <a:r>
              <a:rPr dirty="0" err="1"/>
              <a:t>publicación</a:t>
            </a:r>
            <a:r>
              <a:rPr dirty="0"/>
              <a:t> se </a:t>
            </a:r>
            <a:r>
              <a:rPr dirty="0" err="1"/>
              <a:t>plantea</a:t>
            </a:r>
            <a:r>
              <a:rPr dirty="0"/>
              <a:t> con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gratuitos</a:t>
            </a:r>
            <a:r>
              <a:rPr dirty="0"/>
              <a:t>, </a:t>
            </a:r>
            <a:r>
              <a:rPr dirty="0" err="1"/>
              <a:t>dentro</a:t>
            </a:r>
            <a:r>
              <a:rPr dirty="0"/>
              <a:t> de sus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300" b="0">
                <a:solidFill>
                  <a:srgbClr val="EFEAE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300" b="0">
                <a:solidFill>
                  <a:srgbClr val="EFEAE2"/>
                </a:solidFill>
                <a:latin typeface="Aptos"/>
              </a:defRPr>
            </a:pPr>
            <a:r>
              <a:rPr dirty="0"/>
              <a:t>Lo </a:t>
            </a:r>
            <a:r>
              <a:rPr dirty="0" err="1"/>
              <a:t>desarrollaré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: primero </a:t>
            </a:r>
            <a:r>
              <a:rPr dirty="0" err="1"/>
              <a:t>una</a:t>
            </a:r>
            <a:r>
              <a:rPr dirty="0"/>
              <a:t> web </a:t>
            </a:r>
            <a:r>
              <a:rPr dirty="0" err="1"/>
              <a:t>navegable</a:t>
            </a:r>
            <a:r>
              <a:rPr dirty="0"/>
              <a:t>, </a:t>
            </a:r>
            <a:r>
              <a:rPr dirty="0" err="1"/>
              <a:t>después</a:t>
            </a:r>
            <a:r>
              <a:rPr dirty="0"/>
              <a:t> las </a:t>
            </a:r>
            <a:r>
              <a:rPr dirty="0" err="1"/>
              <a:t>fichas</a:t>
            </a:r>
            <a:r>
              <a:rPr dirty="0"/>
              <a:t> y las </a:t>
            </a:r>
            <a:r>
              <a:rPr dirty="0" err="1"/>
              <a:t>funciones</a:t>
            </a:r>
            <a:r>
              <a:rPr dirty="0"/>
              <a:t> de </a:t>
            </a:r>
            <a:r>
              <a:rPr dirty="0" err="1"/>
              <a:t>búsqueda</a:t>
            </a:r>
            <a:r>
              <a:rPr dirty="0"/>
              <a:t>, y </a:t>
            </a:r>
            <a:r>
              <a:rPr lang="es-ES" dirty="0"/>
              <a:t>por último,</a:t>
            </a:r>
            <a:r>
              <a:rPr dirty="0"/>
              <a:t> el </a:t>
            </a:r>
            <a:r>
              <a:rPr dirty="0" err="1"/>
              <a:t>acceso</a:t>
            </a:r>
            <a:r>
              <a:rPr dirty="0"/>
              <a:t> de </a:t>
            </a:r>
            <a:r>
              <a:rPr dirty="0" err="1"/>
              <a:t>usuarios</a:t>
            </a:r>
            <a:r>
              <a:rPr dirty="0"/>
              <a:t> y la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escritorio</a:t>
            </a:r>
            <a:r>
              <a:rPr lang="es-ES" dirty="0"/>
              <a:t> si hiciera falta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684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Marina Domínguez</cp:lastModifiedBy>
  <cp:revision>2</cp:revision>
  <dcterms:created xsi:type="dcterms:W3CDTF">2013-01-27T09:14:16Z</dcterms:created>
  <dcterms:modified xsi:type="dcterms:W3CDTF">2026-10-22T18:56:01Z</dcterms:modified>
  <cp:category/>
</cp:coreProperties>
</file>